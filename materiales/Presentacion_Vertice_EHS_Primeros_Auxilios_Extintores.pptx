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165f2fe4b146d9" /><Relationship Type="http://schemas.openxmlformats.org/officeDocument/2006/relationships/extended-properties" Target="/docProps/app.xml" Id="R99dbf356a69b4af6" /><Relationship Type="http://schemas.openxmlformats.org/officeDocument/2006/relationships/officeDocument" Target="/ppt/presentation.xml" Id="R2b35cfca96f64a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b0ac2f9a4d4090"/>
  </p:sldMasterIdLst>
  <p:notesMasterIdLst>
    <p:notesMasterId xmlns:r="http://schemas.openxmlformats.org/officeDocument/2006/relationships" r:id="R0ccca8f710e34e37"/>
  </p:notesMasterIdLst>
  <p:sldIdLst>
    <p:sldId xmlns:r="http://schemas.openxmlformats.org/officeDocument/2006/relationships" id="256" r:id="R7b5989b7eda04547"/>
    <p:sldId xmlns:r="http://schemas.openxmlformats.org/officeDocument/2006/relationships" id="257" r:id="R8ab0f5c206914335"/>
    <p:sldId xmlns:r="http://schemas.openxmlformats.org/officeDocument/2006/relationships" id="258" r:id="Re53bf60d821d4a57"/>
    <p:sldId xmlns:r="http://schemas.openxmlformats.org/officeDocument/2006/relationships" id="259" r:id="R94169c96402b4f59"/>
    <p:sldId xmlns:r="http://schemas.openxmlformats.org/officeDocument/2006/relationships" id="260" r:id="R89ff09110a76415d"/>
    <p:sldId xmlns:r="http://schemas.openxmlformats.org/officeDocument/2006/relationships" id="261" r:id="R6939ceef2d384dd4"/>
    <p:sldId xmlns:r="http://schemas.openxmlformats.org/officeDocument/2006/relationships" id="262" r:id="Rb08a94e93038434f"/>
    <p:sldId xmlns:r="http://schemas.openxmlformats.org/officeDocument/2006/relationships" id="263" r:id="R9d704735c60f48a1"/>
    <p:sldId xmlns:r="http://schemas.openxmlformats.org/officeDocument/2006/relationships" id="264" r:id="R6b42730ed0a84ff9"/>
    <p:sldId xmlns:r="http://schemas.openxmlformats.org/officeDocument/2006/relationships" id="265" r:id="Rf22fbf7c9c944280"/>
    <p:sldId xmlns:r="http://schemas.openxmlformats.org/officeDocument/2006/relationships" id="266" r:id="Rb9338d4c77ed47ee"/>
    <p:sldId xmlns:r="http://schemas.openxmlformats.org/officeDocument/2006/relationships" id="267" r:id="Rb089b5f90cd44483"/>
    <p:sldId xmlns:r="http://schemas.openxmlformats.org/officeDocument/2006/relationships" id="268" r:id="R0820fa8d3d664f16"/>
    <p:sldId xmlns:r="http://schemas.openxmlformats.org/officeDocument/2006/relationships" id="269" r:id="Rf595590ad9aa408f"/>
    <p:sldId xmlns:r="http://schemas.openxmlformats.org/officeDocument/2006/relationships" id="270" r:id="Ra504e52755904156"/>
    <p:sldId xmlns:r="http://schemas.openxmlformats.org/officeDocument/2006/relationships" id="271" r:id="Rf07f766836604c94"/>
    <p:sldId xmlns:r="http://schemas.openxmlformats.org/officeDocument/2006/relationships" id="272" r:id="Rf7a52215175f4dd1"/>
    <p:sldId xmlns:r="http://schemas.openxmlformats.org/officeDocument/2006/relationships" id="273" r:id="Rea7a6fc1bb0a4f29"/>
    <p:sldId xmlns:r="http://schemas.openxmlformats.org/officeDocument/2006/relationships" id="274" r:id="R76a292120ac04f10"/>
    <p:sldId xmlns:r="http://schemas.openxmlformats.org/officeDocument/2006/relationships" id="275" r:id="Red6feef9ccbd4fcf"/>
    <p:sldId xmlns:r="http://schemas.openxmlformats.org/officeDocument/2006/relationships" id="276" r:id="R2769022d28da487d"/>
    <p:sldId xmlns:r="http://schemas.openxmlformats.org/officeDocument/2006/relationships" id="277" r:id="R4443175da1ce482f"/>
    <p:sldId xmlns:r="http://schemas.openxmlformats.org/officeDocument/2006/relationships" id="278" r:id="Rb2faa42f9a6c4c26"/>
    <p:sldId xmlns:r="http://schemas.openxmlformats.org/officeDocument/2006/relationships" id="279" r:id="R5de0b14893064526"/>
    <p:sldId xmlns:r="http://schemas.openxmlformats.org/officeDocument/2006/relationships" id="280" r:id="Read147d39b624b9a"/>
    <p:sldId xmlns:r="http://schemas.openxmlformats.org/officeDocument/2006/relationships" id="281" r:id="Rf128017f2ff14f1d"/>
    <p:sldId xmlns:r="http://schemas.openxmlformats.org/officeDocument/2006/relationships" id="282" r:id="R5d61a695a83a4440"/>
    <p:sldId xmlns:r="http://schemas.openxmlformats.org/officeDocument/2006/relationships" id="283" r:id="Ra2ce821c0c83484c"/>
    <p:sldId xmlns:r="http://schemas.openxmlformats.org/officeDocument/2006/relationships" id="284" r:id="R938b636d9d6046d9"/>
    <p:sldId xmlns:r="http://schemas.openxmlformats.org/officeDocument/2006/relationships" id="285" r:id="R500ec068255042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62cade64146bb" /><Relationship Type="http://schemas.openxmlformats.org/officeDocument/2006/relationships/slideMaster" Target="/ppt/slideMasters/slideMaster1.xml" Id="R89b0ac2f9a4d4090" /><Relationship Type="http://schemas.openxmlformats.org/officeDocument/2006/relationships/notesMaster" Target="/ppt/notesMasters/notesMaster1.xml" Id="R0ccca8f710e34e37" /><Relationship Type="http://schemas.openxmlformats.org/officeDocument/2006/relationships/presProps" Target="/ppt/presProps.xml" Id="Rbb28e369319d4a1f" /><Relationship Type="http://schemas.openxmlformats.org/officeDocument/2006/relationships/tableStyles" Target="/ppt/tableStyles.xml" Id="Rc1a5f7ba28cc4bcb" /><Relationship Type="http://schemas.openxmlformats.org/officeDocument/2006/relationships/slide" Target="/ppt/slides/slide1.xml" Id="R7b5989b7eda04547" /><Relationship Type="http://schemas.openxmlformats.org/officeDocument/2006/relationships/slide" Target="/ppt/slides/slide2.xml" Id="R8ab0f5c206914335" /><Relationship Type="http://schemas.openxmlformats.org/officeDocument/2006/relationships/slide" Target="/ppt/slides/slide3.xml" Id="Re53bf60d821d4a57" /><Relationship Type="http://schemas.openxmlformats.org/officeDocument/2006/relationships/slide" Target="/ppt/slides/slide4.xml" Id="R94169c96402b4f59" /><Relationship Type="http://schemas.openxmlformats.org/officeDocument/2006/relationships/slide" Target="/ppt/slides/slide5.xml" Id="R89ff09110a76415d" /><Relationship Type="http://schemas.openxmlformats.org/officeDocument/2006/relationships/slide" Target="/ppt/slides/slide6.xml" Id="R6939ceef2d384dd4" /><Relationship Type="http://schemas.openxmlformats.org/officeDocument/2006/relationships/slide" Target="/ppt/slides/slide7.xml" Id="Rb08a94e93038434f" /><Relationship Type="http://schemas.openxmlformats.org/officeDocument/2006/relationships/slide" Target="/ppt/slides/slide8.xml" Id="R9d704735c60f48a1" /><Relationship Type="http://schemas.openxmlformats.org/officeDocument/2006/relationships/slide" Target="/ppt/slides/slide9.xml" Id="R6b42730ed0a84ff9" /><Relationship Type="http://schemas.openxmlformats.org/officeDocument/2006/relationships/slide" Target="/ppt/slides/slide10.xml" Id="Rf22fbf7c9c944280" /><Relationship Type="http://schemas.openxmlformats.org/officeDocument/2006/relationships/slide" Target="/ppt/slides/slide11.xml" Id="Rb9338d4c77ed47ee" /><Relationship Type="http://schemas.openxmlformats.org/officeDocument/2006/relationships/slide" Target="/ppt/slides/slide12.xml" Id="Rb089b5f90cd44483" /><Relationship Type="http://schemas.openxmlformats.org/officeDocument/2006/relationships/slide" Target="/ppt/slides/slide13.xml" Id="R0820fa8d3d664f16" /><Relationship Type="http://schemas.openxmlformats.org/officeDocument/2006/relationships/slide" Target="/ppt/slides/slide14.xml" Id="Rf595590ad9aa408f" /><Relationship Type="http://schemas.openxmlformats.org/officeDocument/2006/relationships/slide" Target="/ppt/slides/slide15.xml" Id="Ra504e52755904156" /><Relationship Type="http://schemas.openxmlformats.org/officeDocument/2006/relationships/slide" Target="/ppt/slides/slide16.xml" Id="Rf07f766836604c94" /><Relationship Type="http://schemas.openxmlformats.org/officeDocument/2006/relationships/slide" Target="/ppt/slides/slide17.xml" Id="Rf7a52215175f4dd1" /><Relationship Type="http://schemas.openxmlformats.org/officeDocument/2006/relationships/slide" Target="/ppt/slides/slide18.xml" Id="Rea7a6fc1bb0a4f29" /><Relationship Type="http://schemas.openxmlformats.org/officeDocument/2006/relationships/slide" Target="/ppt/slides/slide19.xml" Id="R76a292120ac04f10" /><Relationship Type="http://schemas.openxmlformats.org/officeDocument/2006/relationships/slide" Target="/ppt/slides/slide20.xml" Id="Red6feef9ccbd4fcf" /><Relationship Type="http://schemas.openxmlformats.org/officeDocument/2006/relationships/slide" Target="/ppt/slides/slide21.xml" Id="R2769022d28da487d" /><Relationship Type="http://schemas.openxmlformats.org/officeDocument/2006/relationships/slide" Target="/ppt/slides/slide22.xml" Id="R4443175da1ce482f" /><Relationship Type="http://schemas.openxmlformats.org/officeDocument/2006/relationships/slide" Target="/ppt/slides/slide23.xml" Id="Rb2faa42f9a6c4c26" /><Relationship Type="http://schemas.openxmlformats.org/officeDocument/2006/relationships/slide" Target="/ppt/slides/slide24.xml" Id="R5de0b14893064526" /><Relationship Type="http://schemas.openxmlformats.org/officeDocument/2006/relationships/slide" Target="/ppt/slides/slide25.xml" Id="Read147d39b624b9a" /><Relationship Type="http://schemas.openxmlformats.org/officeDocument/2006/relationships/slide" Target="/ppt/slides/slide26.xml" Id="Rf128017f2ff14f1d" /><Relationship Type="http://schemas.openxmlformats.org/officeDocument/2006/relationships/slide" Target="/ppt/slides/slide27.xml" Id="R5d61a695a83a4440" /><Relationship Type="http://schemas.openxmlformats.org/officeDocument/2006/relationships/slide" Target="/ppt/slides/slide28.xml" Id="Ra2ce821c0c83484c" /><Relationship Type="http://schemas.openxmlformats.org/officeDocument/2006/relationships/slide" Target="/ppt/slides/slide29.xml" Id="R938b636d9d6046d9" /><Relationship Type="http://schemas.openxmlformats.org/officeDocument/2006/relationships/slide" Target="/ppt/slides/slide30.xml" Id="R500ec0682550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69e3f8450846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201f8a8f384ce4" /><Relationship Type="http://schemas.openxmlformats.org/officeDocument/2006/relationships/notesMaster" Target="/ppt/notesMasters/notesMaster1.xml" Id="Rdf540c6a596449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c59eb3222d44e8" /><Relationship Type="http://schemas.openxmlformats.org/officeDocument/2006/relationships/notesMaster" Target="/ppt/notesMasters/notesMaster1.xml" Id="R56bfe608488645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5c4311cba44325" /><Relationship Type="http://schemas.openxmlformats.org/officeDocument/2006/relationships/notesMaster" Target="/ppt/notesMasters/notesMaster1.xml" Id="R8f3f6e0c1fd044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dcb8f602664216" /><Relationship Type="http://schemas.openxmlformats.org/officeDocument/2006/relationships/notesMaster" Target="/ppt/notesMasters/notesMaster1.xml" Id="R6b2ab9f30f4046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36d86579e94fde" /><Relationship Type="http://schemas.openxmlformats.org/officeDocument/2006/relationships/notesMaster" Target="/ppt/notesMasters/notesMaster1.xml" Id="Rf39241ae28ed4f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888def63a14340" /><Relationship Type="http://schemas.openxmlformats.org/officeDocument/2006/relationships/notesMaster" Target="/ppt/notesMasters/notesMaster1.xml" Id="R12adc5f28b8846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c6839185eb4383" /><Relationship Type="http://schemas.openxmlformats.org/officeDocument/2006/relationships/notesMaster" Target="/ppt/notesMasters/notesMaster1.xml" Id="R803c14f3c86541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161d211ca64114" /><Relationship Type="http://schemas.openxmlformats.org/officeDocument/2006/relationships/notesMaster" Target="/ppt/notesMasters/notesMaster1.xml" Id="Rb09c5fdfd13247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cc458f7e374c2e" /><Relationship Type="http://schemas.openxmlformats.org/officeDocument/2006/relationships/notesMaster" Target="/ppt/notesMasters/notesMaster1.xml" Id="R3180e13dddf447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6ddeb39cd9445f" /><Relationship Type="http://schemas.openxmlformats.org/officeDocument/2006/relationships/notesMaster" Target="/ppt/notesMasters/notesMaster1.xml" Id="Re1116fd34a1d46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c7db7ea5734cc7" /><Relationship Type="http://schemas.openxmlformats.org/officeDocument/2006/relationships/notesMaster" Target="/ppt/notesMasters/notesMaster1.xml" Id="R18ec8b2fe48d40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e25e4f243b4ce7" /><Relationship Type="http://schemas.openxmlformats.org/officeDocument/2006/relationships/notesMaster" Target="/ppt/notesMasters/notesMaster1.xml" Id="R5562330f9eca4a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e91954899340e9" /><Relationship Type="http://schemas.openxmlformats.org/officeDocument/2006/relationships/notesMaster" Target="/ppt/notesMasters/notesMaster1.xml" Id="Ra85bbee5cde04a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ef1cc203b946fe" /><Relationship Type="http://schemas.openxmlformats.org/officeDocument/2006/relationships/notesMaster" Target="/ppt/notesMasters/notesMaster1.xml" Id="R648ecdec29c34a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e7cc6004cf4ae7" /><Relationship Type="http://schemas.openxmlformats.org/officeDocument/2006/relationships/notesMaster" Target="/ppt/notesMasters/notesMaster1.xml" Id="R1df1673c82914d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0576d288c94729" /><Relationship Type="http://schemas.openxmlformats.org/officeDocument/2006/relationships/notesMaster" Target="/ppt/notesMasters/notesMaster1.xml" Id="R6f25fd4259fd4a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35edb51ea74fae" /><Relationship Type="http://schemas.openxmlformats.org/officeDocument/2006/relationships/notesMaster" Target="/ppt/notesMasters/notesMaster1.xml" Id="R644cf44aa6634f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7dcbd822744939" /><Relationship Type="http://schemas.openxmlformats.org/officeDocument/2006/relationships/notesMaster" Target="/ppt/notesMasters/notesMaster1.xml" Id="Ref85679683c541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77d518e19448b3" /><Relationship Type="http://schemas.openxmlformats.org/officeDocument/2006/relationships/notesMaster" Target="/ppt/notesMasters/notesMaster1.xml" Id="Rc426be4ee5db4f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cbf4f357914553" /><Relationship Type="http://schemas.openxmlformats.org/officeDocument/2006/relationships/notesMaster" Target="/ppt/notesMasters/notesMaster1.xml" Id="Rd818a9acfa0e4cc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62db2523b74b13" /><Relationship Type="http://schemas.openxmlformats.org/officeDocument/2006/relationships/notesMaster" Target="/ppt/notesMasters/notesMaster1.xml" Id="R3ba1e748450842b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2400040bec4c7a" /><Relationship Type="http://schemas.openxmlformats.org/officeDocument/2006/relationships/notesMaster" Target="/ppt/notesMasters/notesMaster1.xml" Id="Rbbb45f0b9c5c48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c1419d84314157" /><Relationship Type="http://schemas.openxmlformats.org/officeDocument/2006/relationships/notesMaster" Target="/ppt/notesMasters/notesMaster1.xml" Id="R1f2bfc43acb54d2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ca2fba37843464c" /><Relationship Type="http://schemas.openxmlformats.org/officeDocument/2006/relationships/notesMaster" Target="/ppt/notesMasters/notesMaster1.xml" Id="Rb363b6a5da6a49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339131376474d17" /><Relationship Type="http://schemas.openxmlformats.org/officeDocument/2006/relationships/notesMaster" Target="/ppt/notesMasters/notesMaster1.xml" Id="R222c2936e48f48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89f9500c1b477e" /><Relationship Type="http://schemas.openxmlformats.org/officeDocument/2006/relationships/notesMaster" Target="/ppt/notesMasters/notesMaster1.xml" Id="R1918b1fbbdf94d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f274a77b944504" /><Relationship Type="http://schemas.openxmlformats.org/officeDocument/2006/relationships/notesMaster" Target="/ppt/notesMasters/notesMaster1.xml" Id="R6017ae80e6d7472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f556840d7c4fca" /><Relationship Type="http://schemas.openxmlformats.org/officeDocument/2006/relationships/notesMaster" Target="/ppt/notesMasters/notesMaster1.xml" Id="R9501bf8c4b00458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6af1b89c97b4b3a" /><Relationship Type="http://schemas.openxmlformats.org/officeDocument/2006/relationships/notesMaster" Target="/ppt/notesMasters/notesMaster1.xml" Id="R9a5c955dbecd4a3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bf25befc6a442d1" /><Relationship Type="http://schemas.openxmlformats.org/officeDocument/2006/relationships/notesMaster" Target="/ppt/notesMasters/notesMaster1.xml" Id="Rbc8e3474f0b0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891821b334e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df02c0d2034209" /><Relationship Type="http://schemas.openxmlformats.org/officeDocument/2006/relationships/slideLayout" Target="/ppt/slideLayouts/slideLayout1.xml" Id="Rdbdd49d011fb42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dd49d011fb42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eebc348ed41a6" /><Relationship Type="http://schemas.openxmlformats.org/officeDocument/2006/relationships/image" Target="/ppt/media/image.png" Id="R6d6fec237d944ef3" /><Relationship Type="http://schemas.openxmlformats.org/officeDocument/2006/relationships/notesSlide" Target="/ppt/notesSlides/notesSlide1.xml" Id="Rb3a4bf83841940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f7401390f46d5" /><Relationship Type="http://schemas.openxmlformats.org/officeDocument/2006/relationships/image" Target="/ppt/media/image2.png" Id="Rff7df87336304fa4" /><Relationship Type="http://schemas.openxmlformats.org/officeDocument/2006/relationships/notesSlide" Target="/ppt/notesSlides/notesSlide2.xml" Id="R3ac07e3910034a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e1877bbbe4aac" /><Relationship Type="http://schemas.openxmlformats.org/officeDocument/2006/relationships/image" Target="/ppt/media/image3.png" Id="Re811f72173ad4ce1" /><Relationship Type="http://schemas.openxmlformats.org/officeDocument/2006/relationships/notesSlide" Target="/ppt/notesSlides/notesSlide3.xml" Id="R81873d48cb654d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81c3589104787" /><Relationship Type="http://schemas.openxmlformats.org/officeDocument/2006/relationships/notesSlide" Target="/ppt/notesSlides/notesSlide4.xml" Id="R01626fd4a0c242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2184883cb44b9" /><Relationship Type="http://schemas.openxmlformats.org/officeDocument/2006/relationships/image" Target="/ppt/media/image4.png" Id="R175cab25c4554a88" /><Relationship Type="http://schemas.openxmlformats.org/officeDocument/2006/relationships/notesSlide" Target="/ppt/notesSlides/notesSlide5.xml" Id="R79bc3263398144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abe4d343f42a7" /><Relationship Type="http://schemas.openxmlformats.org/officeDocument/2006/relationships/image" Target="/ppt/media/image5.png" Id="R9a0e3d7bc53e4440" /><Relationship Type="http://schemas.openxmlformats.org/officeDocument/2006/relationships/notesSlide" Target="/ppt/notesSlides/notesSlide6.xml" Id="R8c3bbf46e21e44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c782bd2d2499c" /><Relationship Type="http://schemas.openxmlformats.org/officeDocument/2006/relationships/image" Target="/ppt/media/image6.png" Id="Ra40cb9f58e2c40ae" /><Relationship Type="http://schemas.openxmlformats.org/officeDocument/2006/relationships/notesSlide" Target="/ppt/notesSlides/notesSlide7.xml" Id="R739b89a9421140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7b5633161416c" /><Relationship Type="http://schemas.openxmlformats.org/officeDocument/2006/relationships/image" Target="/ppt/media/image7.png" Id="R46cfbb77a5ba4b39" /><Relationship Type="http://schemas.openxmlformats.org/officeDocument/2006/relationships/notesSlide" Target="/ppt/notesSlides/notesSlide8.xml" Id="R869b488644c04c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182c5a60f4c3c" /><Relationship Type="http://schemas.openxmlformats.org/officeDocument/2006/relationships/image" Target="/ppt/media/image8.png" Id="Rc90857abb9d44e03" /><Relationship Type="http://schemas.openxmlformats.org/officeDocument/2006/relationships/notesSlide" Target="/ppt/notesSlides/notesSlide9.xml" Id="R20a5fbbabdc04c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e2575d4b54ff4" /><Relationship Type="http://schemas.openxmlformats.org/officeDocument/2006/relationships/image" Target="/ppt/media/image9.png" Id="R3046a990c545407b" /><Relationship Type="http://schemas.openxmlformats.org/officeDocument/2006/relationships/notesSlide" Target="/ppt/notesSlides/notesSlide10.xml" Id="R7c5c3ec0838840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bbaf2701340b9" /><Relationship Type="http://schemas.openxmlformats.org/officeDocument/2006/relationships/image" Target="/ppt/media/image10.png" Id="R0c7f9dc03c104d46" /><Relationship Type="http://schemas.openxmlformats.org/officeDocument/2006/relationships/notesSlide" Target="/ppt/notesSlides/notesSlide11.xml" Id="Rd81f601037f049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ebce32f994677" /><Relationship Type="http://schemas.openxmlformats.org/officeDocument/2006/relationships/image" Target="/ppt/media/image11.png" Id="R61de842d846e4aaf" /><Relationship Type="http://schemas.openxmlformats.org/officeDocument/2006/relationships/notesSlide" Target="/ppt/notesSlides/notesSlide12.xml" Id="R5f75c62551c545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589584e504d15" /><Relationship Type="http://schemas.openxmlformats.org/officeDocument/2006/relationships/image" Target="/ppt/media/image12.png" Id="Rba7693bb4806460a" /><Relationship Type="http://schemas.openxmlformats.org/officeDocument/2006/relationships/notesSlide" Target="/ppt/notesSlides/notesSlide13.xml" Id="Rf0c379b39c6643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7f09a5a524405" /><Relationship Type="http://schemas.openxmlformats.org/officeDocument/2006/relationships/image" Target="/ppt/media/image13.png" Id="R5cc9518303794e28" /><Relationship Type="http://schemas.openxmlformats.org/officeDocument/2006/relationships/notesSlide" Target="/ppt/notesSlides/notesSlide14.xml" Id="R14552492319f4c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7db991c8f4fe1" /><Relationship Type="http://schemas.openxmlformats.org/officeDocument/2006/relationships/image" Target="/ppt/media/image14.png" Id="R5e1abe0ee5ab4ebc" /><Relationship Type="http://schemas.openxmlformats.org/officeDocument/2006/relationships/notesSlide" Target="/ppt/notesSlides/notesSlide15.xml" Id="Rfec1101060f448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41c6552f64a9a" /><Relationship Type="http://schemas.openxmlformats.org/officeDocument/2006/relationships/image" Target="/ppt/media/image15.png" Id="R07d178bf15304e91" /><Relationship Type="http://schemas.openxmlformats.org/officeDocument/2006/relationships/notesSlide" Target="/ppt/notesSlides/notesSlide16.xml" Id="R0a157f0a67334c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b94281124e95" /><Relationship Type="http://schemas.openxmlformats.org/officeDocument/2006/relationships/image" Target="/ppt/media/image16.png" Id="R8a90df42ecbd4fcf" /><Relationship Type="http://schemas.openxmlformats.org/officeDocument/2006/relationships/notesSlide" Target="/ppt/notesSlides/notesSlide17.xml" Id="R1ba4bcfcec9843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f2a85198849d3" /><Relationship Type="http://schemas.openxmlformats.org/officeDocument/2006/relationships/notesSlide" Target="/ppt/notesSlides/notesSlide18.xml" Id="R724003b6d84746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08021a67e41b3" /><Relationship Type="http://schemas.openxmlformats.org/officeDocument/2006/relationships/image" Target="/ppt/media/image17.png" Id="R5d414a097e294a51" /><Relationship Type="http://schemas.openxmlformats.org/officeDocument/2006/relationships/notesSlide" Target="/ppt/notesSlides/notesSlide19.xml" Id="R4b7f219298b744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aa03548004266" /><Relationship Type="http://schemas.openxmlformats.org/officeDocument/2006/relationships/image" Target="/ppt/media/image18.png" Id="Rf2a0459386c2410b" /><Relationship Type="http://schemas.openxmlformats.org/officeDocument/2006/relationships/notesSlide" Target="/ppt/notesSlides/notesSlide20.xml" Id="R45e28d2ffc864d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436815125470c" /><Relationship Type="http://schemas.openxmlformats.org/officeDocument/2006/relationships/image" Target="/ppt/media/image19.png" Id="Ree8beaf71af043da" /><Relationship Type="http://schemas.openxmlformats.org/officeDocument/2006/relationships/notesSlide" Target="/ppt/notesSlides/notesSlide21.xml" Id="R7391a45d6ffb43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0509bd9e64f6c" /><Relationship Type="http://schemas.openxmlformats.org/officeDocument/2006/relationships/image" Target="/ppt/media/image20.png" Id="Rf370cb24a4204f4b" /><Relationship Type="http://schemas.openxmlformats.org/officeDocument/2006/relationships/notesSlide" Target="/ppt/notesSlides/notesSlide22.xml" Id="R2ecfda05507c4c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e903cfb9044c8" /><Relationship Type="http://schemas.openxmlformats.org/officeDocument/2006/relationships/image" Target="/ppt/media/image21.png" Id="R653cfd5cd1084d3b" /><Relationship Type="http://schemas.openxmlformats.org/officeDocument/2006/relationships/notesSlide" Target="/ppt/notesSlides/notesSlide23.xml" Id="Raaae704db326459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0a719567a48b4" /><Relationship Type="http://schemas.openxmlformats.org/officeDocument/2006/relationships/image" Target="/ppt/media/image22.png" Id="Rc1502800c0c04130" /><Relationship Type="http://schemas.openxmlformats.org/officeDocument/2006/relationships/notesSlide" Target="/ppt/notesSlides/notesSlide24.xml" Id="R07403c62e8fb45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5b2bc1b7c49ad" /><Relationship Type="http://schemas.openxmlformats.org/officeDocument/2006/relationships/image" Target="/ppt/media/image23.png" Id="Rb23e51b34ecf4b71" /><Relationship Type="http://schemas.openxmlformats.org/officeDocument/2006/relationships/notesSlide" Target="/ppt/notesSlides/notesSlide25.xml" Id="R4b0ca8a2d8fd42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6cd483ec746b5" /><Relationship Type="http://schemas.openxmlformats.org/officeDocument/2006/relationships/image" Target="/ppt/media/image24.png" Id="R9603dd211f0141ca" /><Relationship Type="http://schemas.openxmlformats.org/officeDocument/2006/relationships/notesSlide" Target="/ppt/notesSlides/notesSlide26.xml" Id="R41b9075dc14c4ae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d2f079f46451f" /><Relationship Type="http://schemas.openxmlformats.org/officeDocument/2006/relationships/image" Target="/ppt/media/image25.png" Id="R2e778deb73394b8b" /><Relationship Type="http://schemas.openxmlformats.org/officeDocument/2006/relationships/notesSlide" Target="/ppt/notesSlides/notesSlide27.xml" Id="R909018132a594da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29f61643d4980" /><Relationship Type="http://schemas.openxmlformats.org/officeDocument/2006/relationships/image" Target="/ppt/media/image26.png" Id="R9626617651764d34" /><Relationship Type="http://schemas.openxmlformats.org/officeDocument/2006/relationships/notesSlide" Target="/ppt/notesSlides/notesSlide28.xml" Id="R9ca90c49e97e45c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24378fd1e4bc7" /><Relationship Type="http://schemas.openxmlformats.org/officeDocument/2006/relationships/image" Target="/ppt/media/image27.png" Id="Rd1090d6b63ca4ae3" /><Relationship Type="http://schemas.openxmlformats.org/officeDocument/2006/relationships/notesSlide" Target="/ppt/notesSlides/notesSlide29.xml" Id="Rabbe0fef4321459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0c6682a124ac9" /><Relationship Type="http://schemas.openxmlformats.org/officeDocument/2006/relationships/image" Target="/ppt/media/image28.png" Id="R72a003d669e14fbc" /><Relationship Type="http://schemas.openxmlformats.org/officeDocument/2006/relationships/notesSlide" Target="/ppt/notesSlides/notesSlide30.xml" Id="R1471a1020b2647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3C6C7-5B9E-40FB-8360-9E768FB9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fec237d944ef3"/>
          <a:stretch xmlns:a="http://schemas.openxmlformats.org/drawingml/2006/main"/>
        </p:blipFill>
        <p:spPr>
          <a:xfrm xmlns:a="http://schemas.openxmlformats.org/drawingml/2006/main">
            <a:off x="1019175" y="400050"/>
            <a:ext cx="1905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71EBC-D1A5-4220-AD45-7EFCBF9F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CAPACITACIÓN PARA ESTÉTICA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317D9-8908-4E3B-8329-EC25729F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62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Primeros auxilios</a:t>
            </a:r>
          </a:p>
          <a:p xmlns:a="http://schemas.openxmlformats.org/drawingml/2006/main">
            <a:pPr algn="l">
              <a:defRPr sz="43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y manejo de extintores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0FA9A-A72C-4500-BB95-DF37363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Formación básica aplicada · 3 horas · 2 participantes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5266B-84CB-4C10-962E-EF82989F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381125"/>
            <a:ext cx="2343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6EA97-C813-499F-B3BB-5CD23CDE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28800"/>
            <a:ext cx="2057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C9756-ED9F-4ECC-9362-1D2D93DC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765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C1D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C1D3"/>
                </a:solidFill>
                <a:latin typeface="Aptos"/>
                <a:ea typeface="Aptos"/>
                <a:cs typeface="Aptos"/>
              </a:rPr>
              <a:t>% TEORÍA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4B2ED-C3C3-49BC-999F-8D53B7A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43325"/>
            <a:ext cx="1581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57002-E6E7-4B6A-A809-5E1BE75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29075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6467D-04A4-40ED-AC58-E4A28579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71487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% PRÁCTICA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DD93B-1ABC-47A7-8A29-A6D9AD96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2026</a:t>
            </a:r>
          </a:p>
        </p:txBody>
      </p:sp>
    </p:spTree>
    <p:extLst>
      <p:ext uri="{BB962C8B-B14F-4D97-AF65-F5344CB8AC3E}">
        <p14:creationId xmlns:p14="http://schemas.microsoft.com/office/powerpoint/2010/main" val="1975605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04EA16-02AF-4CF7-AF13-B62D54BD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PROPÓSITO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5F6D4-9A02-48D3-AECD-513B831C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Al terminar, podrán tomar cuatro decisiones seguras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2020C-3164-4554-9544-02B118FA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No buscamos formar brigadistas; buscamos una respuesta inicial ordenada.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8107D-91FF-4F26-A150-DABD0952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2EADD-BD09-4984-9BC5-F2D4BE04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8773A-B124-497B-9AA6-F97D0C96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PROTEGER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F1B34-52FA-40D4-A542-50F7F208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Reconocer riesgos antes de acercarse.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3F1B7-EDB1-4427-B4A7-F9EF6831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13B9E-7A0D-4F9C-BCDA-ED518228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07A1E-5001-4EB2-A87D-E1E4B4D0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480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721EC-55C1-4D91-B80F-4952430E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38525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Pedir ayuda y llamar al 911 con información útil.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E9A85-A1B3-4585-A44F-0B90518B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3F24C-E497-4878-81A5-12D9E054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BB438-45B3-48CD-BB05-814E3D69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ATENDER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6A0DC-65DA-40B6-949E-CB772726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8525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Aplicar acciones básicas dentro de su capacitación.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42BDD-BA18-4D22-9929-CE17991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A99D7-A4DB-4132-A19E-863CBBE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CA582-5A19-4DF5-9838-DAC6D24B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480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EVACUAR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E9C8C-EC05-438B-848B-AF600701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38525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Saber cuándo no combatir un incendio.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df87336304fa4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AE638-CA35-4308-9371-AAC51A47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6AF82-1B70-46B9-BD3B-72DA3032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C8613-B68D-4A78-BBFC-FA742D43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0327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814729-8F52-46F0-A083-A9375AB3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RUTA DE 3 HORAS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DF6C9-D7ED-43E9-91D5-3265A9F3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Una sesión breve, enfocada y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1B650-683A-49AE-AC26-4AF29FCF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Cada participante ejecuta y observa; después intercambian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BED3A-2FAC-428F-977F-6848D40B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DA6CA-382D-43BA-ABBB-76E7935D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A1818-6B94-4B90-9607-6891BA65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6DDB0-F96E-46C5-AEED-0422344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Primeros auxilios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B070C-7EB2-41FC-8855-1CA0C8FF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2A4ED-3EC3-4737-8F3D-DE50ED53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3372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78528-21BE-423C-9ABC-B246A4B7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Extintores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3F829-4A2B-4FFF-990D-CA527D1E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19425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C3DD4-E320-40F1-9CE8-EA6BB570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3372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6E301-69DF-408B-8BC1-C6165EB9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Evaluación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1f72173ad4ce1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94934-C987-4CC0-BDA7-9BC5318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098CB-3382-40F1-ACA5-4E111836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E9415-D626-4F85-BA5C-3B555519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17832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FA82E-B34E-41BF-8B59-F20B521E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329AD-D35D-4A04-9A7F-013B3AE6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953BC-9AA2-4669-9A2E-E8A5803B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95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EFF0F-4187-40F5-87C2-7B5D6F4C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Primeros auxilios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422B1-E9D3-4015-9F56-4D7D8E23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C1D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C1D3"/>
                </a:solidFill>
                <a:latin typeface="Aptos"/>
                <a:ea typeface="Aptos"/>
                <a:cs typeface="Aptos"/>
              </a:rPr>
              <a:t>VÉRTICE EHS · FORMACIÓN PARA ESTÉTICA</a:t>
            </a:r>
          </a:p>
        </p:txBody>
      </p:sp>
    </p:spTree>
    <p:extLst>
      <p:ext uri="{BB962C8B-B14F-4D97-AF65-F5344CB8AC3E}">
        <p14:creationId xmlns:p14="http://schemas.microsoft.com/office/powerpoint/2010/main" val="1185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EF0C8-7B10-46D9-9763-869D0B9D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PRINCIPIOS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2A603-28D5-41DA-910B-5FF1EB1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Ayudar sin convertirse en otra víctima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D5696-7316-4B81-8174-D85620CE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El primer respondiente controla la escena, activa apoyo y evita acciones que agraven la lesión.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4D386-0725-46C1-AB08-22236E57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58A55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158A55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3C47D-EBD0-40E4-A4B9-BE3D7566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ESCENA SEGURA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12DCD-A8AC-4EA6-B0FF-0F5DED23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718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6BB1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006BB1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8A667-CBF3-401D-91BA-CD932E1F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CONSENTIMIENTO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A9158-FDE0-4B9D-9004-D6485F35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C83D34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C83D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D6B7A-D269-4875-A117-C153B675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LÍMITES CLAROS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A1CBF-7416-48F1-BA5A-20F8866E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D8580-433D-4C13-BAE2-BCD202B2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6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C1179-4BA9-4BCB-989E-0DBD4EDB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Regla esencial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C45E8-4B7C-4461-803F-AE3256E4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38525"/>
            <a:ext cx="18859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Si la situación supera tu capacitación, mantén a la persona segura y espera servicios de emergencia.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cab25c4554a88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8CFCB-2560-4F41-8F22-39D8B4B5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08855-B54A-47F5-855C-8D8A8483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75CF1-5B67-4D25-BBE7-B90D40C3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1220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BB25C-5905-4A49-88EC-1590BE1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FASES DE UNA EMERGENCIA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38987-2CEA-4A71-9D05-375C2732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P · A ·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40F4C-24DA-4295-8640-5A49A90C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Una secuencia sencilla para disminuir la improvisación.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66630-483B-4301-9388-597FBEC5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C50F9-D15A-470F-A279-30B7C38F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971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67BAB-90D4-4338-B056-D6C15664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PROTEGER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25800-D063-44A5-9571-7F790D9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0"/>
            <a:ext cx="214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Riesgos para ti, la persona y el entorno.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9E60D-8B11-48CC-93AB-27F4FF31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5C3A2-A357-40AF-B53E-AB9D30A2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971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1E6D8-1A08-4C75-AF99-54BFB94D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289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AVISAR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20EAF-86D3-42D3-A008-91FED38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214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Apoyo interno, 911, ubicación y estado.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1E4B2-D921-4182-9577-14A91367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9B736-DC13-4665-91AB-FE0AB880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971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A6BFC-C1D1-4445-BFD9-6939A507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289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SOCORRER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2D6B4-7049-4496-BC49-25426BA3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214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Acciones simples, vigilancia y entrega.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e3d7bc53e4440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7F2C1-86D5-4865-9295-2D064183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F3EAE-D71A-4DE2-BF9B-797641F7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30F23-7612-40A4-9FE4-A7A7595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042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344FF1-B839-47A7-81CA-1A0EEF4E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EVALUACIÓN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AF037-1AFF-475B-91FE-E87E8337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Cuatro preguntas antes de actuar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EF16C-6213-4207-B439-0F6EC449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23301-04CE-44B7-8713-8D8EEC47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788FB-07A5-4703-91F6-D10FB32F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¿Es segura la escena?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DEE79-9235-4C84-9348-92A0A27A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DA115-D091-461A-BEC6-8E74B37F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19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AE1D2-382B-4014-B329-07DB420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527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¿La persona responde?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CD41B-593F-4E5E-A62D-BF210DF8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71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71991-47CE-4A5E-A206-E10AA1FB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19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49EBB-F533-46F4-B006-C1D90297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¿Respira normalmente?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F06F4-626D-4F20-A0B0-2A5FA284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60F2E-CA44-4C58-BA63-7CB329EE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19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8DEDA-6FE4-46B6-8A5B-F6177F75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527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¿Sangra de forma grave?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DB860-EA99-4A86-86AE-A44D05AF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40E56-1246-4B42-85DE-6BFA74C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D8C17-6961-43FD-9F6E-9C36D02E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76750"/>
            <a:ext cx="550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Escala inmediatamente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4B163-D595-480A-90A4-2AA01522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67275"/>
            <a:ext cx="550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Dificultad para respirar, pérdida de conciencia, convulsión, sangrado que no cede o quemadura extensa.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cb9f58e2c40ae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B3649-AA94-48D0-AFBA-665220BB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C4466-950F-4A90-A4C0-B8C8A22A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3FC19-4CE3-48EF-AB8C-C738BB1F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3317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5EAE68-DE6F-46B4-B110-68975DB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SEÑALES CRÍTICAS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4C909-F3CC-41F6-83CB-ADD64256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Cuándo llamar al 911 sin demora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25EE9-A26D-4B45-9E3B-37B7FAB4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27B32-BBE8-47B0-815F-6070E41E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D39AB-9242-480D-B717-86968194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55B0E-E981-4DCC-91BF-FBB47D74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No respira o solo jadea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15289-316B-4975-B467-E6830990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2D46C-75F2-41C6-A3FC-B971ED91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B79DA-261A-4B69-AFC8-8A108BF4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713E7-D132-487D-B963-E2A19996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48025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No puede hablar, toser o respirar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B50A4-C193-4DA8-A097-2C1C5BF7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B5A40-498F-4042-AD07-364912E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E2AC5-B0D9-4F8B-BCFE-9DBF7EAA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0D5C7-5F2C-4B99-B485-DC8BA1B4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48025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Sangrado abundante que no cede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C7695-6135-4297-ADB9-5930C6FE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BB440-53F4-444A-B949-F87D01D5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479C4-B143-462D-B4A6-1679AE3D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B1A43-650D-49E8-A40C-0CD8EF89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Dolor intenso en cuello o espalda tras caída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7AA5D-AFA7-4214-A750-9765CE46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D6978-B2DB-478B-AAE8-A4F75FA4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89042-7246-492C-BB5D-F7A4ECDD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386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9ADBA-10E6-4D42-93E7-9A0DA0DB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Quemadura profunda, extensa o en cara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66604-E5EF-422E-934D-44AA6F65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48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8B52E-5F8C-40E2-8BD6-0504BFBB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48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E5A8B-16AB-48E7-AAF5-A7D090CD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386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778FF-342F-498E-8A8A-CD4A9CB3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Cambio súbito de conciencia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fbb77a5ba4b39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60CE43-B942-4AFA-A067-48EC9A9F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02B247-5060-4DA1-82FE-8FAAB112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60562-CBAE-498C-9177-276AC888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7928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17CEC-8621-4580-B7C0-7E8DDE2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ESCENARIO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620C5-C26D-4040-975F-8EF60F5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Los riesgos reales de una estética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F337F-0937-4523-B12A-05DD46D2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0543E-418F-4657-B686-F3442EF2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C59C8-57CC-4AC1-A55B-66B1F45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74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Tijeras y navajas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F5C2B-6A6B-4E8A-8E72-BA5FC223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474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Cortes y exposición a sangre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F88EE-70D4-4A8F-97FD-1536D20D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37DAA-164C-46C5-ACBF-76074A1B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9BE64-A11A-4A55-9F1B-6D037A38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474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Plancha, secadora y cera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AA1DB-F7B9-4ED4-856C-0C6105B9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48025"/>
            <a:ext cx="474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Quemaduras térmicas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F045E-5181-41B4-9238-2BEBC6DE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B7B1C-651C-48DD-A92E-6D5B7A56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92BCB-97F6-4D6C-A798-72CF4D35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4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Tintes y productos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63B1B-AC32-4DA0-B1B9-F51B04A8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474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Irritación o salpicadura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A8298-493B-474C-8417-3957B8F1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48125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9D85B-3477-4FA4-9AF7-A3E3486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48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6346E-7378-42E6-8B47-5EC6C44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474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Cables y piso húmedo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77CA4-643F-4D99-B068-525343FB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474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Caídas y contacto eléctrico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857abb9d44e03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BD0A2-CEB9-4600-A52C-107B0A06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90178-6B1D-4F72-AD38-826DE512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904E2-8E01-484E-AB1F-731718FF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79733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4C6072-541B-46BA-9380-35B7CFA9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LESIÓN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8B17D-2557-4475-B5CA-32EB304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Corte y sangrado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5BC22-B153-4EA1-9F13-6D5A09D3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B35BD-2949-4EFD-8D36-7853AF3A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Usar guantes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539CA-B085-41BA-A241-B1DD27E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EC74E-4817-4B93-B715-2350435C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480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Aplicar presión directa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4A869-E29D-47E0-B061-25E65B39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EB37E-D4F0-4A34-8223-8EF7491B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481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Cubrir con gasa limpia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1612F-94DF-4DF0-BCAC-7730CE34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0F584-1188-45E5-9077-91F11A6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481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Revisar circulación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F9E99-8117-4056-96D6-9C97DE25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14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6B53E-AA27-43C9-BA27-BF5EFB80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Escalar si no cede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0C15A-9082-4878-BE2A-F87CF561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2714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EE3CA-2341-4CD5-9373-F378DF4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83D34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C83D34"/>
                </a:solidFill>
                <a:latin typeface="Georgia"/>
                <a:ea typeface="Georgia"/>
                <a:cs typeface="Georgia"/>
              </a:rPr>
              <a:t>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4178C-11EB-451A-918F-6059A9F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14750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Retirar objetos incrustados</a:t>
            </a:r>
          </a:p>
          <a:p xmlns:a="http://schemas.openxmlformats.org/drawingml/2006/main">
            <a:pPr algn="ctr">
              <a:defRPr sz="13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Aplicar químicos dentro</a:t>
            </a:r>
          </a:p>
          <a:p xmlns:a="http://schemas.openxmlformats.org/drawingml/2006/main">
            <a:pPr algn="ctr">
              <a:defRPr sz="13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de la herida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6a990c545407b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64358-474D-4275-B30D-45AC346D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5CBC5-9B68-4891-B29F-1531CFFA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8C5AB-1750-46A7-954C-2F08A34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7467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5695E6-5F4F-4878-8721-F85D5FC9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LESIÓN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44C7E-9A63-4705-90CB-9906355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Quemadura por plancha, secadora o cera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7AB76-9DE9-4B2E-865F-BCFB62FC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85C08-12E1-4887-99CB-BAB22586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8A55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58A55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21C3C-C1CE-4E05-BC7C-7368367C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Retirar la fuente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4E57F-063A-4552-9AF8-CD3604F2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2B0D5-B8C1-4845-9C97-BEC987CE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8A55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58A55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E8C52-1F98-4E03-92CC-C2063C73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Enfriar con agua fresca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CCCB8-8B2C-4296-946C-1C756351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6A91A-7A77-4DBB-B20E-6BF50A5E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8A55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58A55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DF194-16CB-451A-8F6F-7C2AFEC7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Retirar accesorios sueltos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A9876-7E7B-4F9D-83AE-34AAD191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575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BBBF3-E2A5-4F29-9D45-846BF2F6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8A55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58A55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371A7-4D95-4E30-BB8D-507F16A7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48000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Cubrir sin adherir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90722-273F-424A-B888-E927280A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47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C186C-0079-40B7-A877-738064E3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209C1-BDE5-43B7-8DBD-6E493E01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53000"/>
            <a:ext cx="607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Evitar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6887F-66DE-410D-B8B6-CBBABEC6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43525"/>
            <a:ext cx="607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Hielo directo, mantequilla, pasta dental, aceites y reventar ampollas.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f9dc03c104d46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47603-6AA6-4124-883E-04E4AB44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7DCEA-13D4-474E-9310-2E710303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0A6FA-094A-4A3A-B503-44BFA957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057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8274D-EB30-4FBF-BAB0-4164FC8C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LESIÓN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3777B-7028-43BD-B789-4DAAE14E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Salpicadura química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CF67B-F8CD-493C-BD12-CFE9059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472D6-84FA-49C3-8112-55C9D947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Protegerse antes de ayudar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00B60-5F1C-4235-84BA-9CB2FCF5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6CF56-C6A5-42CC-A054-B8BD4779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5277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Consultar etiqueta o ficha del producto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BBED6-1451-4805-A58C-0BE56685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3C0CF-CC01-4437-A88E-2E467752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Enjuagar con abundante agua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059A3-6A7C-4454-B102-A0B1E492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E0C8B-6D70-48FF-96B2-54B7EE80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529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Retirar ropa o accesorios contaminados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85021-9640-4648-8DB8-8DE9644A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96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3D73C-4380-491C-80D4-2A0C55C2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Solicitar valoración si persiste dolor o irritación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AEBE2-7FF3-4C10-8B45-732D8B4B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33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D3C1E-D326-471D-8D3B-AEEDCABA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242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15–20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F3728-D8E1-4414-BBEF-B50526F5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905250"/>
            <a:ext cx="102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minutos de lavado continuo cuando corresponda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e842d846e4aaf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56666-6E8E-489E-96BC-E622388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60FB0-2163-4E76-A592-DA2351C5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D0295-A675-4EA9-AAE4-5C2A8511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95885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903BB-1165-4432-92AE-B85A847A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LESIÓN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E3232-16DD-461C-A3E6-670B6525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Caída, golpe e inmovilización básica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1932C-0BF9-4BBD-A903-1B63A3A4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Inmovilizar no significa fabricar una férula compleja. Significa evitar movimiento innecesario.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F429F-13ED-4764-9FC7-034F0C7F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6A719-B38B-449D-8C1B-5DCA369E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9B775-8407-4AD6-A067-5D8C9522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NO LEVANTAR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91C2D-A63F-4653-B844-C4EB660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de inmediato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BA126-4210-4546-9D40-81DB1197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23556-6B08-4FBB-8F0A-4CD1B068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D9295-0886-445C-B6DC-903837D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EVALUAR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EE7FA-0809-4677-9D31-12E5E91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242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dolor y conciencia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7476D-652A-4A0A-B319-CB68C25C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212FF-A2D6-4737-8038-325CEE7D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2E921-E1DD-4CC9-9191-89401005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NO MOVER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30875-575E-49EC-A03A-2A8554BC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242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cuello o espalda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CE5DA-B4D7-4CBA-ACB5-14F1E104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7911D-89F6-42EF-9899-45586DFA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CEEFF-E0CC-45E7-B7C6-7959CEA4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ACOMPAÑAR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2DCB9-A09C-4A31-BBCF-AB8EC07B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242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hasta recibir ayuda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693bb4806460a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385A4-B702-4515-9E6D-0DD2EF09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AB6FC-1F6D-451D-909B-9D5B8E38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18B76-5FCD-4B3C-A912-C8BAACAC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51907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C6E71-3F7B-47DD-A189-41E7E3A7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PREPARACIÓN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A7DD2-834C-4E10-8423-3C336C40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Botiquín mínimo para la estética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AD783-E71A-4FAD-AABD-1A978EEA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EB56B-17BE-4089-92C2-FA93F37E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59737-B82F-4793-B04D-4F73B5DE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812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Guantes desechables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DC7B9-F913-49C1-BE0B-2DCABBE8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193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BE823-D686-4DF7-BF6E-B3733CCF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0A217-50A1-4A67-AC1D-60B979CB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812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Gasas estériles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CBE5B-77FD-450C-A111-60DAB9B8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79C0C-6B60-46C4-BF55-63693E88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EDA67-329D-4FAF-8E57-CF6F8805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480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Vendas y cinta médica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ACCB1-54FF-4A9A-99C5-8BCF1931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C82E8-1FC2-4ED4-8EBF-F1CA04E7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670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29065-CC2A-4087-B140-1C57B22C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480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Apósitos adhesivos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A3224-FBEC-4553-98F3-F4BAF5CE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E0D76-6D4E-403C-90C1-8A0C9F0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D46AF-F57B-4607-BAE0-F64B53F3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Solución salina / lavaojos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2387A-929A-41EF-B6D1-B2EA8CAD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52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D3324-8FFF-4567-8DAB-E12E0327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900D2-B0B2-4361-BAA7-C71E20DB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147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Tijeras de punta roma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91094-3C10-47DE-9779-EF796712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DF010-FAFA-4AC0-AFDF-D78CCFFB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D296D-D5A1-413F-BD60-090FAF8C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815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Barrera para RCP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468621-802B-4FA0-A678-624D0F57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9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6B3D26-2D08-42E3-8024-B3C63FF5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005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18612-1440-4C8F-8004-77B7D348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815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Directorio de emergencias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2467A7-1C61-4749-89B8-17C77B32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Revisar caducidades, consumos y reposición al menos una vez al mes.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9518303794e28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7AD1D9-C73D-4B16-A7BB-15A3A66A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295836-0BDB-4609-9C57-621F155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DC5242-F19A-40D4-8048-78670D40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03855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3AB465-9F5D-4C52-B796-04A74BCF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PRÁCTICA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98A86-70D3-456D-86BA-EF22566B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Atragantamiento consciente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184F8-809D-467B-AA4C-CD130904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Si puede toser, anímala a seguir tosiendo. Si no puede hablar, toser o respirar, actúa.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39882-E741-4AA8-B05C-5450D15B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459FF-F896-48BF-A4B5-FC90EB03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Confirmar obstrucción grave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25DEA-D058-4E93-A01B-97F43A25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08280-8DDF-4A8C-97E7-48DA4273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27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Pedir ayuda y activar 911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CD7EA-82C8-47EE-9A92-FCB218E7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F8A8B-1635-4A88-80E6-DB533E0B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Aplicar golpes interescapulares según protocolo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BEF52-29C0-461D-A695-827233C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17A25-3E17-42C8-8EE4-05FBC7B8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Aplicar compresiones abdominales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212CA-4509-4638-8D78-800E6A64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CAF87-79C9-4A6C-A739-24AA9178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2D"/>
                </a:solidFill>
                <a:latin typeface="Aptos"/>
                <a:ea typeface="Aptos"/>
                <a:cs typeface="Aptos"/>
              </a:rPr>
              <a:t>Continuar hasta expulsión o cambio de 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5B53E-827E-42E2-A695-533EB41A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A161A-6FFC-4983-ADE7-6C6A0EFE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908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ADENTRO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Y ARRIBA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463F5-F50E-4EA9-BAB4-926FE0FD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291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C1D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C1D3"/>
                </a:solidFill>
                <a:latin typeface="Aptos"/>
                <a:ea typeface="Aptos"/>
                <a:cs typeface="Aptos"/>
              </a:rPr>
              <a:t>Práctica por parejas, sin aplicar fuerza real.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abe0ee5ab4ebc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D9FCB-3352-4BB9-B307-D7C8EB0A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FBEA3-92F8-493C-887A-6C7A2AAF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EED90-1D48-43A4-B575-3F15E984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24165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9FC56D-FDE0-4A0B-B766-6F140DB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0DFA4-B8C8-4790-8072-D64F59EC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Control de sangrado y vendaje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EF8A7-B906-4054-B0DC-A1F1F907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3BBBE-7D78-474C-B565-30AE3544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62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D8D59-DB46-4032-993A-46E4E3D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99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DD1B2-BC65-42D4-AA34-347A09A5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037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CB5C0-63AA-4837-AA35-F329CE62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62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E5825-FD8C-4B6B-B370-4F7F9BBF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099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74906-CE95-4500-A891-23BC4A0F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442DB-60BB-4F05-808C-26118B58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62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3C6E2-BB5D-433F-A125-E5B1625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99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Fijar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9EA44-2C7A-418D-8C05-FBCE5D26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0037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9C939-BC29-42B4-A162-CC28F4BB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62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74085-6905-4183-9DF4-4A538C0C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Circulación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EDBD5-2C69-40E5-B10C-03E008B9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AD8F1-B229-4A87-B740-4BA82E36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El vendaje debe estar firme, pero nunca cortar color, temperatura o sensibilidad.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178bf15304e91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D0E0D-5083-4929-85D8-1851CC38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66253-86A6-4E0A-B658-3481AC08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6B734-E701-4BF3-A0A9-8CDD28E3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96149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9CAC6E-3FF7-4719-90CA-2F310C9C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CHEQUEO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5BB7A-9294-49FF-AA19-627623B0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Antes de pasar al segundo curso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3F4B9-9FD3-4637-B5F1-88DACED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952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DDA39-63B6-45A4-B74E-99509A7B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Identifico cuándo llamar al 911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F6BBF-E471-4025-98E7-87BC4230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2952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5D346-41DE-4EB0-ADFF-5E32D16E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Puedo aplicar presión directa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550BE-EB53-4E6C-A91F-EB1808EF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952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11318-777F-4F4D-B2CE-69B35F31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Sé qué no poner en una quemadura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9A324-4641-4465-89EB-663D69A7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52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F4B21-F61B-4203-AE2A-06E6AE5F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Puedo guiar el protocolo de atragantamiento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3C02B-B251-4EC6-B998-BBDCA0E8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2952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2C9F9-3D40-43CD-A83B-B9305025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Revisaré el botiquín mensualmente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3D8C5-2BB9-4449-914D-E9A34844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292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Meta: 5 de 5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0df42ecbd4fcf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BFC0D-1397-43CA-9EA4-E853798E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68B61-89CC-42F0-AC32-2F2D03C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706D8-25D3-410D-8AB9-9BB77F8E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6759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259A9D-5656-4E36-8218-605C7DF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7E6B3-59CE-462E-8FE0-5107BEA5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E0345-9E25-44CC-B7DB-CA01B0F5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3D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3D34"/>
                </a:solidFill>
                <a:latin typeface="Aptos"/>
                <a:ea typeface="Aptos"/>
                <a:cs typeface="Aptos"/>
              </a:rPr>
              <a:t>75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52B36-1E16-45D3-9DBA-0ABD14BF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Manejo de extintores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19D40-7D9B-4079-80B3-07490497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C1D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C1D3"/>
                </a:solidFill>
                <a:latin typeface="Aptos"/>
                <a:ea typeface="Aptos"/>
                <a:cs typeface="Aptos"/>
              </a:rPr>
              <a:t>VÉRTICE EHS · FORMACIÓN PARA ESTÉTICA</a:t>
            </a:r>
          </a:p>
        </p:txBody>
      </p:sp>
    </p:spTree>
    <p:extLst>
      <p:ext uri="{BB962C8B-B14F-4D97-AF65-F5344CB8AC3E}">
        <p14:creationId xmlns:p14="http://schemas.microsoft.com/office/powerpoint/2010/main" val="4627425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69B77-0BCC-4DDE-9CD3-1F251E33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TEORÍA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9CE11-0A78-4CB6-99BB-A75399C5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El fuego necesita tres elementos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8F171-02BF-42C8-BBFA-5AA7350A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145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E2564-5A3A-4EA7-9C10-A6B17FE4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73C51-86C5-40E5-8935-8DAD413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6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C6171-B357-40BF-81AC-5F10D7E1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COMBUSTIBLE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7D670-4545-449A-BD15-48CCF6C3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94C72-B8B2-432B-A7FD-89188555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OXÍGENO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7EB21-21EF-4F02-ACAD-2CACB07F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003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51D3D-2E90-411C-B460-B7F39CFF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2437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D21A5-05C7-4445-9A8B-46091893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2437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0B42D-C101-4B9E-BB0F-3E8EB2E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98609-BF1F-4CDE-9B81-DE860853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FUEGO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D9C17-94E1-4967-881F-978E4B31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Retirar uno rompe la reacción.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14a097e294a51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9B8CE-C894-4DC9-9A5C-B5DBA9A3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C4BA8-A621-41D2-9865-2B785087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780FE-F543-43BA-ADF5-C068CE42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48081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2B5B03-52E7-4689-8391-9126AD3B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78DF2-4E7E-4ECC-A8D9-6021CCCD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Conato vs. incendio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ADB40-284B-40BC-8E08-E0B7945A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99A5B-7000-4F52-A8A4-FE23AB2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54C8E-1699-4D5B-BAB3-B9FEB32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CONATO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F2FA4-B0DB-491D-B412-D0BA4942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4552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Pequeño, contenido, sin humo intenso, salida libre y extintor adecuado.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9FF0A-46A9-4E84-9EC5-BA5589D4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9875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227B3-CF0B-4E06-9F58-4CBFF487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98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03952-E008-473B-BECE-10FC5B03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037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INCENDIO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6B53F-7BC4-4529-982B-D0340C77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90900"/>
            <a:ext cx="4552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Crece, alcanza techo o paredes, produce humo intenso o bloquea la salida.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0F61C-0613-44A2-B8F3-DA4F7EB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3D3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C83D34"/>
                </a:solidFill>
                <a:latin typeface="Georgia"/>
                <a:ea typeface="Georgia"/>
                <a:cs typeface="Georgia"/>
              </a:rPr>
              <a:t>Si dudas, evacúa.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0459386c2410b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7CDCB-1E29-4ED7-93AC-A6202B4A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1B1E0-3D47-4086-A713-93347178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0BF0C-EB1E-43BA-B7AE-8A58ECDA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24278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B10AA6-DC80-4E6B-A464-93C8773F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CLASES DE FUEGO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47B83-8ACA-4FD4-879D-2470B84A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Solo cuatro son relevantes para esta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2699F-1F2C-4B44-8170-3B9CF2C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2BACC-8726-4B76-89B9-CD87CDEA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9C2FB-CB7F-4F0C-8BD2-3F1C9774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50C85-DE6A-4CF9-9825-9467C9A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051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Sólidos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156A6-136F-4A7B-9090-44D39DB9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Papel, toallas, cabello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9BD67-68B0-4445-85CB-5056FCB6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PQS ABC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C7850-CD9A-43FF-899A-04DD94E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76FB8-F176-4230-BD7C-A402232F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E0BF1-3E21-415C-A5EC-0EE8FCE3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A8C95-E14F-4E73-B890-BDDCFA7F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051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Líquidos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7F143-9441-42AF-BEE0-9EA622B8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Alcohol, acetona, aerosol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1C756-4998-47AA-9124-7ABCCB26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24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PQS ABC / CO₂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5E936-42E7-41DD-8A96-616260D6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2D8D8-22E9-4C8B-A3D7-3B3CCBFA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C38F1-7A2D-404B-95E4-6B3B4EB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E3459-5FC7-42BA-A6EA-07F8F79B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051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Eléctrico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67D2E-B6D1-46E7-BD76-F7DE216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Secadora, plancha, contacto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46ED4-56C3-4CF0-9144-E5A71DDF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24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CO₂ / PQS ABC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07F59-C5AD-4763-B9E3-78F33B56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07B45-A07C-4923-99D3-434F3A80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218F0-8AFB-4015-A377-75016F7B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67F3C-DA15-4B3F-B922-D05A4675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051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Aceites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B0BA3-DE13-445B-8B0E-FAD3C5EE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Aceites o grasas de cocina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6C1F4-E92E-4771-820C-2E374F7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24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Clase K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beaf71af043da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4B850D-3EFA-46A1-9BB0-E68FB60E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AAFBEF-D949-4B99-8B21-4F9C7BD2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69ECE-92FD-46C8-A76E-53777270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43795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FFD471-50F9-42B0-ADC9-635ABEE5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RIESGOS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1E1EB-1F50-4AA4-86D3-FC8BCEDB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Qué puede iniciar un incendio en la estética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A2B5E-485A-45C5-899D-C0755EFF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CFC3C-62BA-4397-A754-7B34E293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D7D0F-04EE-458A-AB2E-E08548A7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Multicontacto saturado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FC86E-747E-43FD-BF55-52B0CE5A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ALTO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5FCB1-8BDA-49DC-A643-0D122B49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39B8F-6C12-4778-B56D-F83D02CD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87E10-0599-45DE-B598-99EE66B0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622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Aerosol cerca de calor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D2B5A-72E4-4F32-A06F-03FEA927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5277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ALTO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6B473-DE9E-45F0-953D-BFF0FAD9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CCDA3-C5DC-4741-B6A5-1750549F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6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EECC5-FD16-450E-ABF8-4EEA52A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Alcohol o acetona abiertos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AD020-D468-448A-9788-3FB6B3FD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5277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0118A-D1F9-42B1-A1C6-CFD34586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0FAFE-7E7E-4F3D-A36E-D63E9575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6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22417-7D02-428C-8A57-9A4A7917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Toallas/cabello 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AF9B2-0612-4E07-8DA7-AB9CC776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MEDIO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913C6-35A2-4735-AFA5-86B2F7BE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C73BF-009C-4B96-B4EE-97F547D2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2FEAE-00A2-426C-9D1E-43D38EAD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Cable dañado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06CE5-BB5A-4B44-829E-6320D945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815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ALTO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16DD5-C185-41FD-A7E4-1D709820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E30F9-0BD2-48DA-AC94-03B53A8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97586-DCC7-4BF3-8D41-7019216A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Salida bloqueada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06A013-4E0D-4DDE-8DEA-095DFFD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815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CRÍTICO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0cb24a4204f4b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0F8C8-9919-4AC7-8688-6694B8F7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97F2E-9A72-4EAA-BAD1-8E41FF71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0F94B-220A-466C-9750-CD186B6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89808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E971B-F416-48DE-997C-0EDAD1D4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EVALUACIÓN DEL RIESGO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E7D45-B90A-443E-8D05-06D77358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Probabilidad × consecuencia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E4C43-6308-4F74-B9B4-154C687E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5905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F20B7-672D-44AF-8B5D-E31D015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43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BAJA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D18A-A94B-4517-9BC5-9878382B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43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5E5C0-FBED-4B37-B83F-3FA8C859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1DA77-81A6-445F-BB9F-33CF81D2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0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BAJA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CD9C8-E163-4E21-97DA-C7ABEEA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576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26508-B4B2-47ED-A366-0D1E58DE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148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3ED94-1C00-4570-9EEB-FA8155C8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62E29-BB7C-4A9A-9BE3-22141821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CONTROLAR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E2B3E-A8B7-490B-AF03-54DA28F8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C7C0-E8EC-458A-884A-F80047D9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CONTROLAR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89A90-5E6B-4DDD-8FED-B2B568A2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D54A2-AEC8-468D-86C3-FA96985F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CORREGIR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F902C-4991-4974-A761-99E4B70C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4C0F2-E578-476E-A409-ABF033D1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71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CONTROLAR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DA30C-DDFC-4804-9DB3-B4B5CC31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CE9D0-A611-4D6C-87BC-F893E22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CORREGIR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84F35-33B3-4CB0-9118-9DAC383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1C9FF-B156-4734-8191-EAC3F949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CORREGIR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FF85E-438E-44DA-B004-C970FF6C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71603-B0FA-4B56-91F0-D014DB33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29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CORREGIR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70ED8E-35AD-427A-9F1C-C79EE7FF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E45DE-88DE-4942-B5CB-7D0D16C9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CORREGIR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55BE4-D2CA-4401-A113-D1414348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51436-7A70-4676-913C-9DF8CC1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E2058-373A-4F1F-A911-0DED310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71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CONSECUENCIA 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F26EE4-BF56-467B-9CB4-2261CE67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PROBABILIDAD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cfd5cd1084d3b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9C6B8-6289-434E-990D-CC0D257F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3F981-B40E-449F-BBD0-8F0BF81A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9C201B-D6D4-4C66-8264-8C45D2B1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95622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6D8CD5-F942-4735-945D-D1F30D8D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EQUIPOS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B72E6-E715-4452-9A77-F2F0AD63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Qué extintor conviene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F2C4C-B2FA-4B1B-A96A-18838DBC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F66DD-239B-4255-A07C-52785007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C04CB-4A27-4909-B4F9-8F32CE68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PQS ABC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F5A2E-8568-4912-8293-E802FD8A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838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Versátil para sólidos, líquidos inflamables y equipo eléctrico. Deja residuo.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84B72-2C1D-4247-AD45-FBAEB67D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8145B-8134-470B-806A-2EC3B96D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C8EF3-AFBE-4CDC-9062-E7169CB6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CO₂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A54F8-B838-42D6-BAE7-7A0D469F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48025"/>
            <a:ext cx="2838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Útil en equipo eléctrico y líquidos. No deja residuo; menor alcance.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1085A-5307-49BA-AAD8-D529E82E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5A41C-7743-4C0D-9226-744F987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6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ABC1F-22AA-43FB-A3FB-F7A69EF5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Clase 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AB57B-0C44-45B6-84E8-055F8C93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48025"/>
            <a:ext cx="2838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7"/>
                </a:solidFill>
                <a:latin typeface="Aptos"/>
                <a:ea typeface="Aptos"/>
                <a:cs typeface="Aptos"/>
              </a:rPr>
              <a:t>Diseñado para aceites y grasas de cocina. No suele ser el principal en estética.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B7FA4-B635-46EB-B98A-7D199067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La selección final depende de la evaluación de riesgo del establecimiento.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02800c0c04130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223CA-1ADF-45D9-8BDF-BCF3699F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72136-A2F4-4ACC-AD0F-FB6EFBA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513E1-7AE5-488A-A464-09C866A7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20823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F3AE3-A221-431E-9D82-E82D60E4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INSPECCIÓN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AA6AD-8A20-4B82-A949-57A2D756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Revisión visual mensual del extintor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53CD3-67A0-499B-8F5C-1ABF343F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D788-923F-4F9C-B120-4180687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8DFA9-E832-4B1D-8C1D-ABCA00A6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Visible y accesible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4A8CC-6476-4504-8E65-C6415947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FC901-1CE0-4D4E-9BD2-D2381361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14D81-8BBB-4A98-8FA7-75BAB2A8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431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Señalización presente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6793D-D8A0-4A76-8427-AC3250D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F9229-ED5C-4018-B03D-BCEDD48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28269-D4CB-422F-91A1-A9805221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81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Seguro y sello intactos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5BE6B-ABF3-4B89-B437-4063B828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6E822-91C6-4A8F-BE43-D3C82057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94AF0-C2EF-45A0-B7CB-834602BF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81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Manómetro en rango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61CC6-0FCF-4735-85E4-4470529B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AE7D7-C110-4508-AEEA-D25CBC6D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90E38-433C-42D8-828A-23899300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95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Manguera sin daño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B8884-CE07-4AE3-B85C-9DA2AE6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AAE0B-B1AC-4738-81A1-11923932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CC1D2-EC4A-49B4-A2FF-8F5CAD82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95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Sin corrosión o golpes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2E131-F4BD-46F1-9EB6-871E0696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86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3F8DB-90FD-4285-B198-BDCE4170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862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5B198-C190-45E8-B011-7EA2B157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Etiqueta legible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A4BA6-ACAB-469C-BD35-C5979FBB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86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21CFD-2E44-4960-AC14-7F50D860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862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4C8D4-2D61-4A05-843A-5595A7A9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Mantenimiento vigente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e51b34ecf4b71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585398-197D-4280-880C-09BF523D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3628D-B74D-4CBB-A9FB-A8E70B8F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D49EC-70C3-46DD-935B-EDDE46F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55664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CAD03-3DB4-478A-B9A7-7D985BBA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POSICIÓN SEGURA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67EF1-7E51-456B-A69D-063D2199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Salida, viento y humo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F02C5-530B-4592-AE31-3C44C0FB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8716D-BB6B-4B78-9DD2-8548A995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2191B-35E2-4552-B30D-7950EC66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861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TÚ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8C09E-5D26-4279-9093-FEEAD50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926CF-4713-4479-8E62-8CD15C3C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FUEGO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45A9A-23F7-4AC9-BD1A-35156EB2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06BB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06B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6A55B-761B-4DB6-B26A-EC2F5D55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83D34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C83D3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EB7AD-4952-42B3-94E6-989EC7B5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Mantén la salida detrás de ti. Evita que humo o descarga regresen hacia tu cara.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3dd211f0141ca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955FC-E686-4D28-8348-F7844FEA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2A98A-8889-4A8D-9478-918AE494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7A737-3B0B-485F-933A-B94C9675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01508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659BF-CD89-414C-9343-4830445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MÉTODO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289F8-D0B0-443F-96F3-B8C5E7BA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Una secuencia; cuatro movimientos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B7FCB-867A-40AC-A614-C99672D4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2E58D-8AE1-4E4F-BA0F-9BB0888D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61718-60B3-46DC-9221-50153E7D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E7F0"/>
                </a:solidFill>
                <a:latin typeface="Aptos"/>
                <a:ea typeface="Aptos"/>
                <a:cs typeface="Aptos"/>
              </a:rPr>
              <a:t>PULL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6D1D5-E8D0-49A5-AFBB-975B1B53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81375"/>
            <a:ext cx="123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Quitar el seguro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1AD62-6AEE-4D1B-9E08-8F0ECE0F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670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E61F8-994A-4C9A-8AE1-361C363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DAEFF-11A4-42F8-93DD-4FD8530F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E7F0"/>
                </a:solidFill>
                <a:latin typeface="Aptos"/>
                <a:ea typeface="Aptos"/>
                <a:cs typeface="Aptos"/>
              </a:rPr>
              <a:t>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066B0-232B-4598-B819-FB57AF2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81375"/>
            <a:ext cx="123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Apuntar a la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57FC0-776F-4C0B-863D-2A63F01F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A4B76-BA9F-4376-BADF-4496D8F8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D29B6-D229-4AA3-985A-5890B0FC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E7F0"/>
                </a:solidFill>
                <a:latin typeface="Aptos"/>
                <a:ea typeface="Aptos"/>
                <a:cs typeface="Aptos"/>
              </a:rPr>
              <a:t>SQUEEZE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D6831-8F0A-41F6-99ED-FEA0F81F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381375"/>
            <a:ext cx="123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Presionar la manija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8A5FE-45CD-4427-876E-ED2595DA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3EA99-3057-4C86-93F9-64BCA889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60707-56A3-4F3A-ADE2-D3957715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E7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E7F0"/>
                </a:solidFill>
                <a:latin typeface="Aptos"/>
                <a:ea typeface="Aptos"/>
                <a:cs typeface="Aptos"/>
              </a:rPr>
              <a:t>SWEEP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71513-D8BE-4E3E-947F-B55F242A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81375"/>
            <a:ext cx="123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Barrer lateralmente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78deb73394b8b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5306D-146F-4372-8CFA-03A974EB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FB490-0472-4CB2-95D7-D2CB951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8A38F-1DB4-41FE-9EA4-60BA1734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49430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F51FB-46DE-42F3-A1AF-059F0832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PRÁCTICA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FE2CC-EC1C-4227-9952-C0D1A8E5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Decidir antes de descargar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F76DD-7312-498D-A9D9-FDCE5793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47DA5-8CE5-4457-8460-80D79289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765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Toallas y papel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A1E93-7EF5-4E85-B755-8AE0401C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76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ABC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8B4E4-2D58-4B8C-ABFE-2DBC71FD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765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Combatir si es pequeño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49B46-5F06-4CCA-BF34-03721AC6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A49C5-39F7-44C9-8049-B3C83612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Alcohol o acetona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E12FA-459F-4AB5-B5FD-957EBFEE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194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ABC / CO₂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A8E8C-8A28-4EE2-B684-4298EB24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19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No usar agua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B89B0-A9BE-4231-A13E-C0F740C7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8E6E5-F141-400A-AE18-9C7C89F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Secadora energizada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4A74E-BC17-4BEE-81E2-3CF4AF1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62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CO₂ / ABC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2F983-B0AE-4326-AEE9-C2F05E34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624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Cortar energía si es seguro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DDAC4-25EA-46DA-BA66-4B476305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28D7F-40AB-4CED-8D5C-3EA8A24E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D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D35"/>
                </a:solidFill>
                <a:latin typeface="Aptos"/>
                <a:ea typeface="Aptos"/>
                <a:cs typeface="Aptos"/>
              </a:rPr>
              <a:t>Fuego creciendo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02EB8-D63B-43CA-A682-AAA9B3D2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3D3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3D34"/>
                </a:solidFill>
                <a:latin typeface="Aptos"/>
                <a:ea typeface="Aptos"/>
                <a:cs typeface="Aptos"/>
              </a:rPr>
              <a:t>EVACUAR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E7309-9FAA-402F-984D-6D879977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05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Llamar al 911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6617651764d34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024575-2D7C-4D75-B006-3D7FFC29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E4940-8EFF-44EC-AF28-9C575878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AAAF1-E0C9-4DE5-8C7A-C709466A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55462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A56E96-0422-4000-B74F-97F52652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0B548-D69C-4078-8877-BF47317F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D35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D35"/>
                </a:solidFill>
                <a:latin typeface="Georgia"/>
                <a:ea typeface="Georgia"/>
                <a:cs typeface="Georgia"/>
              </a:rPr>
              <a:t>Demostración por parejas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92CDD-843F-4494-A75B-DE3D8626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DE0E6-578C-4BB3-AB7F-5AD26F62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812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Reconoce una emergencia y activa ayuda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DF6C7-1C30-41D2-87A4-D4FB1496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19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39B9D-B2DE-4D1C-BE12-EE1DD7D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812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Controla un sangrado con presión directa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5F679-F7EC-4771-B3AD-8341995A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231C5-30DB-42FA-BCD0-6F1FE800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575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Describe qué hacer ante una quemadura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227AF-6F90-4E20-B23B-483EA78B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956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61601-C479-461D-84C5-738C9E75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575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Selecciona extintor según el fuego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17EE9-FD02-493B-9C12-F9DADEC4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A09CB-A75C-44D3-8D5A-09182B32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33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Mantiene una salida segura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4C1A6-5883-455F-9D96-E48897FC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719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47566-19DF-420B-9E23-EA969A29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202D"/>
                </a:solidFill>
                <a:latin typeface="Aptos"/>
                <a:ea typeface="Aptos"/>
                <a:cs typeface="Aptos"/>
              </a:rPr>
              <a:t>Ejecuta PASS en orden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E9321-829D-48F0-BD08-058667AC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Aprobación sugerida: 75% + prácticas completas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90d6b63ca4ae3"/>
          <a:stretch xmlns:a="http://schemas.openxmlformats.org/drawingml/2006/main"/>
        </p:blipFill>
        <p:spPr>
          <a:xfrm xmlns:a="http://schemas.openxmlformats.org/drawingml/2006/main">
            <a:off x="9882188" y="228600"/>
            <a:ext cx="1428750" cy="571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B4D46-D11B-4666-B62D-D5CF7244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7D0E7-9BE8-4497-9DE4-448648CA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B77"/>
                </a:solidFill>
                <a:latin typeface="Aptos"/>
                <a:ea typeface="Aptos"/>
                <a:cs typeface="Aptos"/>
              </a:rPr>
              <a:t>VÉRTICE EHS · CAPACITACIÓN APLICADA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8323C-F1E4-4AFE-8018-A4CB717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44738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003d669e14fbc"/>
          <a:stretch xmlns:a="http://schemas.openxmlformats.org/drawingml/2006/main"/>
        </p:blipFill>
        <p:spPr>
          <a:xfrm xmlns:a="http://schemas.openxmlformats.org/drawingml/2006/main">
            <a:off x="1019175" y="457200"/>
            <a:ext cx="1905000" cy="762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CB072-9FE0-400F-BF75-C5CCC299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A55"/>
                </a:solidFill>
                <a:latin typeface="Aptos"/>
                <a:ea typeface="Aptos"/>
                <a:cs typeface="Aptos"/>
              </a:rPr>
              <a:t>TRES IDEAS PARA LLEVARSE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7C8B7-2A80-4855-A6EE-53E52DFE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8A55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8A5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0F894-BE03-466D-813F-A66C03BA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03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Tu seguridad primero.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FD21D-492B-4068-99A8-D1E4ECF2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8A55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8A5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7D448-2E7D-41FB-9438-A6D86520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Un conato nunca vale una vida.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153D5-96DE-4500-9FB9-DA8C8B40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8A55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8A5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CABA3-A2FA-4A84-A9C9-A77F8034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Practicar reduce la improvisación.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3BA58-2E48-448A-8374-1218A6F4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C1D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C1D3"/>
                </a:solidFill>
                <a:latin typeface="Aptos"/>
                <a:ea typeface="Aptos"/>
                <a:cs typeface="Aptos"/>
              </a:rPr>
              <a:t>Emergencias: 911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F918C-263D-4A12-A942-73819429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1D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C1D3"/>
                </a:solidFill>
                <a:latin typeface="Aptos"/>
                <a:ea typeface="Aptos"/>
                <a:cs typeface="Aptos"/>
              </a:rPr>
              <a:t>VÉRTICE EHS · SOLUCIONES EN SEGURIDAD Y SALUD</a:t>
            </a:r>
          </a:p>
        </p:txBody>
      </p:sp>
    </p:spTree>
    <p:extLst>
      <p:ext uri="{BB962C8B-B14F-4D97-AF65-F5344CB8AC3E}">
        <p14:creationId xmlns:p14="http://schemas.microsoft.com/office/powerpoint/2010/main" val="2008696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2026-06-20T11:32:45.9670000Z</dcterms:created>
  <dcterms:modified xsi:type="dcterms:W3CDTF">2026-06-20T11:32:45.9670000Z</dcterms:modified>
</coreProperties>
</file>